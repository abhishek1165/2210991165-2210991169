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256" r:id="rId5"/>
    <p:sldId id="257" r:id="rId6"/>
    <p:sldId id="269" r:id="rId7"/>
    <p:sldId id="270" r:id="rId8"/>
    <p:sldId id="271" r:id="rId9"/>
    <p:sldId id="273" r:id="rId10"/>
    <p:sldId id="272" r:id="rId11"/>
    <p:sldId id="268" r:id="rId12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1320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Industry Oriented Hands on Experience IOHE (22CS422)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sz="4800" dirty="0" err="1"/>
              <a:t>EventSnap</a:t>
            </a:r>
            <a:endParaRPr lang="en-US" sz="2000" i="1" spc="-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Abhishek Kumar Rai       Abhishek </a:t>
            </a:r>
            <a:r>
              <a:rPr lang="en-IN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Kachhap</a:t>
            </a: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2210991169                    2210991165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Dr. Ajay Kumar </a:t>
            </a: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68826" y="418860"/>
            <a:ext cx="8838720" cy="6208082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EventSnap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Smart E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ven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Photography Platform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EventSnap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an AI-powered platform designed to simplify photo discovery in large-scale events. In traditional event photography, thousands of images are generated, making it difficult for attendees to find their own photos while organizers struggle with manual sorting and tagging.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solve this,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EventSnap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uses real-time facial recognition, automated metadata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extraction, and scalable cloud architecture to deliver a fast, personalized experience. Users can simply upload a selfie and instantly retrieve their event photos, eliminating delays and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inefficiencies.The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platform enhances user experience, privacy, and operational efficiency, while enabling photographers and organizers to manage and distribute images seamlessly. With the growing demand for hyper-personalized digital experiences in the events industry,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EventSnap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a scalable and future-ready solution.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sz="36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8B097-067F-C7FB-4A72-3D89F3A3D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Objective 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CACC6E-65E3-F749-B8A6-F96C208F0A7D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108155" y="914039"/>
            <a:ext cx="8578285" cy="5762063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primary objective of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EventSnap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to automate the distribution of event photography using AI-driven facial recognition, transforming a manual, hours-long search into a near-instant digital experience.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goals include: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Instant Discovery: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Allowing attendees to find their personal photos immediately by uploading a single reference selfie.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Privacy-First Access: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Creating secure galleries where users see only their own images, protecting the privacy of other guests.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Workflow Automation: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Eliminating the need for photographers to manually tag or sort thousands of images, reducing post-event labor by over 80%.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Copyright Security: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Integrating metadata extraction (CIE) to ensure image ownership and attribution are preserved during the matching process.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Engagement: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Increasing social media reach by delivering high-quality, professional memories while the event is still ongoing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573557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C899F-DFE5-D38E-6D4E-48793D158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User Dashboard 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1A3FC0-809C-2F54-3B32-E7B3EE7A9073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81280" y="-355600"/>
            <a:ext cx="8607782" cy="7051040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User Dashboard is the front-facing interface of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EventSnap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built to deliver a fast, seamless, and highly personalized experience. It connects users directly to their event photos with minimal effort and near-instant results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C716C721-492F-0712-11BD-7A85E73A07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" y="2002282"/>
            <a:ext cx="9062720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Web-Based Access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Built with React.js, eliminating the need for app downloads and ensuring smooth mobile access.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Event Authentication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Users enter a unique event code to securely access their event gallery.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Selfie Upload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A selfie is captured or uploaded and converted into a secure biometric template (not publicly stored).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AI Search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Powered by SSD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MobileNet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v2, the system scans thousands of images and finds matches within seconds.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Gallery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Displays only relevant photos in a clean grid, giving each user a private, tailored photo collection. </a:t>
            </a:r>
          </a:p>
        </p:txBody>
      </p:sp>
    </p:spTree>
    <p:extLst>
      <p:ext uri="{BB962C8B-B14F-4D97-AF65-F5344CB8AC3E}">
        <p14:creationId xmlns:p14="http://schemas.microsoft.com/office/powerpoint/2010/main" val="27236291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654D4-9869-E0BF-DA16-3D1096621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Core Features </a:t>
            </a:r>
            <a:endParaRPr lang="en-IN" dirty="0"/>
          </a:p>
        </p:txBody>
      </p:sp>
      <p:sp>
        <p:nvSpPr>
          <p:cNvPr id="8" name="Shape 6"/>
          <p:cNvSpPr>
            <a:spLocks noGrp="1"/>
          </p:cNvSpPr>
          <p:nvPr>
            <p:ph type="subTitle"/>
          </p:nvPr>
        </p:nvSpPr>
        <p:spPr>
          <a:xfrm>
            <a:off x="93407" y="1907459"/>
            <a:ext cx="8229600" cy="2821858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D9E2F3"/>
            </a:solidFill>
            <a:prstDash val="solid"/>
          </a:ln>
        </p:spPr>
        <p:txBody>
          <a:bodyPr/>
          <a:lstStyle/>
          <a:p>
            <a:pPr marL="0" indent="0">
              <a:buNone/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heart of the platform is a high-accuracy matching system. It indexes every face in the event's photo library, allowing for sub-3-second discovery.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Selfie-Based Search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Attendees upload a single reference image to query the entire database.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Optimized for various lighting conditions and angles common in event photography.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Privacy is a core structural feature. The platform ensures that users only see the content they are physically in.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Delivery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a private gallery experience for every individual attendee.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unique technical feature that ensures intellectual property is maintained.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Attribution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Ensures photographers receive proper credit and that users understand the usage rights of their images.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backend is built to handle the massive data loads typical of professional events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One-Click Actions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High-speed buttons for downloading original quality images or sharing directly to social platforms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881324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DDF95-DAFF-C3FE-81F5-AE5515E09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Future Scope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20AE2F0-D5AE-61CC-9D76-6B32F60399EB}"/>
              </a:ext>
            </a:extLst>
          </p:cNvPr>
          <p:cNvSpPr>
            <a:spLocks noGrp="1" noChangeArrowheads="1"/>
          </p:cNvSpPr>
          <p:nvPr>
            <p:ph type="subTitle"/>
          </p:nvPr>
        </p:nvSpPr>
        <p:spPr bwMode="auto">
          <a:xfrm>
            <a:off x="0" y="1071800"/>
            <a:ext cx="9458960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EventSnap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designed to evolve from a simple photo-retrieval tool into a comprehensive, AI-driven event intelligence ecosystem. The platform will expand its capabilities to deliver deeper insights, enhanced personalization, and new value streams for both users and organizers.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Additionally, real-time pose correction will guide attendees during live captures, helping them achieve better-quality photos instantly.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create new revenue opportunities,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EventSnap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will introduce monetization and marketplace features. Users will be able to order printed versions of their photos through print-on-demand services, while photographers can offer exclusive memories as digital collectibles through NFT integration. This transforms the platform into a revenue-generating ecosystem.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EventSnap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will also integrate with wearable technologies such as AR smart glasses and IoT-enabled badges. This will allow attendees to view their personalized photo galleries in real time and receive instant notifications when new matches are found, creating a seamless and immersive experience.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Finally, the platform will focus on global scalability and white-label solutions. By adopting a SaaS model,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EventSnap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can be offered as a customizable platform for photography studios worldwide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29537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C2217-6E21-6BD0-8066-659F5822D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Conclusion 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A643AE-0EEA-4E52-F298-E496F852BFAE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108155" y="157316"/>
            <a:ext cx="8578285" cy="5424484"/>
          </a:xfrm>
        </p:spPr>
        <p:txBody>
          <a:bodyPr/>
          <a:lstStyle/>
          <a:p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EventSnap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represents a powerful application of AI in event photography, solving key challenges like photo discovery, manual processing, and privacy concerns. By combining facial recognition, a user-friendly dashboard, and a data-driven admin system, it delivers a fast, personalized, and efficient experience.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Looking ahead, future enhancements such as emotion analysis, augmented reality, and real-time content delivery will further elevate the platform. As digital and physical experiences continue to merge, solutions like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EventSnap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will play a crucial role in shaping personalized, secure, and immersive event ecosystems.</a:t>
            </a:r>
          </a:p>
          <a:p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EventSnap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not just a photo retrieval tool—it is a scalable innovation driving the future of digital experiences and human connector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178526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8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34815</TotalTime>
  <Words>955</Words>
  <Application>Microsoft Office PowerPoint</Application>
  <PresentationFormat>On-screen Show (4:3)</PresentationFormat>
  <Paragraphs>74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   Objective </vt:lpstr>
      <vt:lpstr>  User Dashboard </vt:lpstr>
      <vt:lpstr>  Core Features </vt:lpstr>
      <vt:lpstr>    Future Scope</vt:lpstr>
      <vt:lpstr>  Conclusion 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Abhisek Kachhap</cp:lastModifiedBy>
  <cp:revision>2299</cp:revision>
  <dcterms:created xsi:type="dcterms:W3CDTF">2010-04-09T07:36:15Z</dcterms:created>
  <dcterms:modified xsi:type="dcterms:W3CDTF">2026-04-28T19:40:10Z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